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C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5544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SciGrade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ระบบรายงานผลการสอบ</a:t>
            </a:r>
          </a:p>
          <a:p>
            <a:r>
              <a:rPr sz="1800" b="0">
                <a:solidFill>
                  <a:srgbClr val="FDF6F0"/>
                </a:solidFill>
                <a:latin typeface="Calibri"/>
              </a:rPr>
              <a:t>โครงสร้างระบบและภาพรวมการใช้งาน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23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คณะวิทยาศาสตร์
เอกสารสรุปสำหรับนำเสนอผู้บริหาร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C2E1F"/>
                </a:solidFill>
                <a:latin typeface="Calibri"/>
              </a:rPr>
              <a:t>1. ภาพรวมระบบ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SciGrade เป็นระบบเว็บสำหรับจัดการรายงานผลการสอบไล่ ของคณะวิทยาศาสตร์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ครอบคลุมตั้งแต่กรอก/อัปโหลดโดยอาจารย์ → อนุมัติสาขา → อนุมัติคณะ → พิมพ์เอกสาร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ดึงรายวิชาจากฐานข้อมูล REG ของมหาวิทยาลัยมาใช้ติดตามสถานะการส่งผลสอบ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เข้าสู่ระบบด้วย Google Account (เฉพาะบุคลากรที่มีในฐานข้อมูลคณะ)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เทคโนโลยี: Laravel 12, MySQL (SciGrad + REG), Docker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จุดสำคัญ: อ่านข้อมูลจาก REG เท่านั้น — ไม่เขียนกลับเข้า REG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4A3A"/>
                </a:solidFill>
                <a:latin typeface="Calibri"/>
              </a:rPr>
              <a:t>SciGrade — คณะวิทยาศาสตร์  |  เอกสารนำเสนอผู้บริหาร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C2E1F"/>
                </a:solidFill>
                <a:latin typeface="Calibri"/>
              </a:rPr>
              <a:t>2. ผู้ใช้งานและสิทธิ์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977639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3703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B4513"/>
                </a:solidFill>
                <a:latin typeface="Calibri"/>
              </a:rPr>
              <a:t>อาจารย์ผู้สอน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70331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สร้าง/อัปโหลดรายงาน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แก้ไขเมื่อถูกส่งกลับ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พิมพ์รายงานของตนเอง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05840"/>
            <a:ext cx="3977639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115568"/>
            <a:ext cx="3703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B4513"/>
                </a:solidFill>
                <a:latin typeface="Calibri"/>
              </a:rPr>
              <a:t>Admin สาขา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63040"/>
            <a:ext cx="370331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อนุมัติระดับสาขา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ติดตามสถานะส่งผล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ส่งเอกสารให้คณะ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พิมพ์รายงานสาขา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977639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3703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B4513"/>
                </a:solidFill>
                <a:latin typeface="Calibri"/>
              </a:rPr>
              <a:t>Admin กลาง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370331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รับเอกสารจากสาขา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อนุมัติระดับคณะ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จัดการ REG / ตั้งค่า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จัดการสิทธิ์ผู้ใช้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74720"/>
            <a:ext cx="3977639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584448"/>
            <a:ext cx="3703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B4513"/>
                </a:solidFill>
                <a:latin typeface="Calibri"/>
              </a:rPr>
              <a:t>Super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931920"/>
            <a:ext cx="370331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สิทธิ์ Admin กลางทั้งหมด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กำหนดรูปแบบรหัสวิชา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สลับบัญชีใช้งาน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4A3A"/>
                </a:solidFill>
                <a:latin typeface="Calibri"/>
              </a:rPr>
              <a:t>SciGrade — คณะวิทยาศาสตร์  |  เอกสารนำเสนอผู้บริหาร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C2E1F"/>
                </a:solidFill>
                <a:latin typeface="Calibri"/>
              </a:rPr>
              <a:t>3. โครงสร้างโมดูลหลัก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743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ฝั่งอาจารย์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สร้างรายงานผลสอบ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อัปโหลดจาก PDF ทะเบียน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รายงานของฉัน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พิมพ์รายงานรายวิชา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960120"/>
            <a:ext cx="2743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698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ฝั่งสาขา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ตรวจสอบรายวิชา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สถานะการส่ง REG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ส่งเอกสารให้คณะ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พิมพ์รายงานสาขา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  (PDF / Word)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960120"/>
            <a:ext cx="2743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698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ฝั่งคณะ / Admin กลาง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41732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รับเอกสารจากสาขา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อนุมัติระดับคณะ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รายงานทุกสาขา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Download / จัดการ REG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ตั้งค่าภาค / หลักสูตร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จัดการสิทธิ์ผู้ใช้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• จัดกลุ่มรายวิชา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4A3A"/>
                </a:solidFill>
                <a:latin typeface="Calibri"/>
              </a:rPr>
              <a:t>SciGrade — คณะวิทยาศาสตร์  |  เอกสารนำเสนอผู้บริหาร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C2E1F"/>
                </a:solidFill>
                <a:latin typeface="Calibri"/>
              </a:rPr>
              <a:t>4. กระบวนการอนุมัติผลสอบ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143000"/>
            <a:ext cx="502920" cy="50292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1280160"/>
            <a:ext cx="365760" cy="228600"/>
          </a:xfrm>
          <a:prstGeom prst="rightArrow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92024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อาจารย์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สร้างหรืออัปโหลด
รายงานผลสอบ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0" y="1143000"/>
            <a:ext cx="502920" cy="50292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070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97680" y="1280160"/>
            <a:ext cx="365760" cy="228600"/>
          </a:xfrm>
          <a:prstGeom prst="rightArrow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40" y="192024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2996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สาขา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ตรวจสอบและ
อนุมัติระดับสาขา</a:t>
            </a:r>
          </a:p>
        </p:txBody>
      </p:sp>
      <p:sp>
        <p:nvSpPr>
          <p:cNvPr id="17" name="Oval 16"/>
          <p:cNvSpPr/>
          <p:nvPr/>
        </p:nvSpPr>
        <p:spPr>
          <a:xfrm>
            <a:off x="5440680" y="1143000"/>
            <a:ext cx="502920" cy="50292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12070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92240" y="1280160"/>
            <a:ext cx="365760" cy="228600"/>
          </a:xfrm>
          <a:prstGeom prst="rightArrow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00600" y="192024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02996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สาขา→คณะ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ส่งชุดเอกสาร
คณะรับเอกสาร</a:t>
            </a:r>
          </a:p>
        </p:txBody>
      </p:sp>
      <p:sp>
        <p:nvSpPr>
          <p:cNvPr id="23" name="Oval 22"/>
          <p:cNvSpPr/>
          <p:nvPr/>
        </p:nvSpPr>
        <p:spPr>
          <a:xfrm>
            <a:off x="7635239" y="1143000"/>
            <a:ext cx="502920" cy="50292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39" y="12070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59" y="192024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9" y="202996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คณะ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อนุมัติระดับคณะ
พิมพ์/ส่งออก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C2E1F"/>
                </a:solidFill>
                <a:latin typeface="Calibri"/>
              </a:rPr>
              <a:t>สถานะรายงานผลสอบ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572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8172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B4513"/>
                </a:solidFill>
                <a:latin typeface="Calibri"/>
              </a:rPr>
              <a:t>สถานะ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บันทึกแล้ว / รอสาขา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4572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68172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B4513"/>
                </a:solidFill>
                <a:latin typeface="Calibri"/>
              </a:rPr>
              <a:t>สถานะ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ผ่านระดับสาขา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9160" y="4572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68172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B4513"/>
                </a:solidFill>
                <a:latin typeface="Calibri"/>
              </a:rPr>
              <a:t>สถานะ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ผ่านระดับคณะ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572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68172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B4513"/>
                </a:solidFill>
                <a:latin typeface="Calibri"/>
              </a:rPr>
              <a:t>สถานะ 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D2A26"/>
                </a:solidFill>
                <a:latin typeface="Calibri"/>
              </a:rPr>
              <a:t>ส่งกลับแก้ไข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4A3A"/>
                </a:solidFill>
                <a:latin typeface="Calibri"/>
              </a:rPr>
              <a:t>SciGrade — คณะวิทยาศาสตร์  |  เอกสารนำเสนอผู้บริหาร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C2E1F"/>
                </a:solidFill>
                <a:latin typeface="Calibri"/>
              </a:rPr>
              <a:t>5. สถาปัตยกรรมและการเชื่อมต่อ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สถาปัตยกรรม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749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ผู้ใช้เข้าผ่านเว็บ Browser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แอป SciGrade (Laravel + Nginx)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ฐาน SciGrad: รายงาน/สิทธิ์/เอกสาร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ฐาน REG: รายวิชา/กลุ่มเรียน (อ่านอย่างเดียว)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ยืนยันตัวตนด้วย Google OAuth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0584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115568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ระบบภายนอก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63040"/>
            <a:ext cx="3749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Google Account — เข้าสู่ระบบ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ฐานข้อมูล REG — ดึงรายวิชา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A26"/>
                </a:solidFill>
                <a:latin typeface="Calibri"/>
              </a:rPr>
              <a:t>• ไฟล์ PDF จากทะเบียน — อัปโหลดแล้วระบบอ่านข้อมูล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8229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513"/>
                </a:solidFill>
                <a:latin typeface="Calibri"/>
              </a:rPr>
              <a:t>เอกสารที่ระบบผลิตได้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7955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D2A26"/>
                </a:solidFill>
                <a:latin typeface="Calibri"/>
              </a:rPr>
              <a:t>พิมพ์รายงานรายวิชาบนเบราว์เซอร์  •  ส่งออก PDF  •  ส่งออก Word (.docx)  •  ไฟล์แนบจากอาจารย์และชุดเอกสารสาขา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4A3A"/>
                </a:solidFill>
                <a:latin typeface="Calibri"/>
              </a:rPr>
              <a:t>SciGrade — คณะวิทยาศาสตร์  |  เอกสารนำเสนอผู้บริหาร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C2E1F"/>
                </a:solidFill>
                <a:latin typeface="Calibri"/>
              </a:rPr>
              <a:t>6. ประโยชน์ต่อหน่วยงาน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143000"/>
            <a:ext cx="457200" cy="4572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161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09728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C2E1F"/>
                </a:solidFill>
                <a:latin typeface="Calibri"/>
              </a:rPr>
              <a:t>ลดงานเอกสารซ้ำ</a:t>
            </a:r>
          </a:p>
          <a:p>
            <a:r>
              <a:rPr sz="1200" b="0">
                <a:solidFill>
                  <a:srgbClr val="2D2A26"/>
                </a:solidFill>
                <a:latin typeface="Calibri"/>
              </a:rPr>
              <a:t>ติดตามสถานะออนไลน์แทนการไล่ถามหลายช่องทาง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5740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C2E1F"/>
                </a:solidFill>
                <a:latin typeface="Calibri"/>
              </a:rPr>
              <a:t>ชัดเจนเรื่องสิทธิ์</a:t>
            </a:r>
          </a:p>
          <a:p>
            <a:r>
              <a:rPr sz="1200" b="0">
                <a:solidFill>
                  <a:srgbClr val="2D2A26"/>
                </a:solidFill>
                <a:latin typeface="Calibri"/>
              </a:rPr>
              <a:t>แยกบทบาทอาจารย์ / สาขา / คณะ อย่างเป็นระบบ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8036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175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C2E1F"/>
                </a:solidFill>
                <a:latin typeface="Calibri"/>
              </a:rPr>
              <a:t>ตรวจสอบย้อนกลับได้</a:t>
            </a:r>
          </a:p>
          <a:p>
            <a:r>
              <a:rPr sz="1200" b="0">
                <a:solidFill>
                  <a:srgbClr val="2D2A26"/>
                </a:solidFill>
                <a:latin typeface="Calibri"/>
              </a:rPr>
              <a:t>มีบันทึกการอนุมัติและสถานะในแต่ละขั้น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7764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C2E1F"/>
                </a:solidFill>
                <a:latin typeface="Calibri"/>
              </a:rPr>
              <a:t>สอดคล้องกับ REG</a:t>
            </a:r>
          </a:p>
          <a:p>
            <a:r>
              <a:rPr sz="1200" b="0">
                <a:solidFill>
                  <a:srgbClr val="2D2A26"/>
                </a:solidFill>
                <a:latin typeface="Calibri"/>
              </a:rPr>
              <a:t>ใช้รายวิชาจากระบบทะเบียนเป็นฐานติดตาม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8138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56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3776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C2E1F"/>
                </a:solidFill>
                <a:latin typeface="Calibri"/>
              </a:rPr>
              <a:t>พร้อมส่งออกเอกสาร</a:t>
            </a:r>
          </a:p>
          <a:p>
            <a:r>
              <a:rPr sz="1200" b="0">
                <a:solidFill>
                  <a:srgbClr val="2D2A26"/>
                </a:solidFill>
                <a:latin typeface="Calibri"/>
              </a:rPr>
              <a:t>PDF / Word สำหรับการประชุมและการจัดเก็บ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A4A3A"/>
                </a:solidFill>
                <a:latin typeface="Calibri"/>
              </a:rPr>
              <a:t>SciGrade — คณะวิทยาศาสตร์  |  เอกสารนำเสนอผู้บริหาร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C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สรุป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DF6F0"/>
                </a:solidFill>
                <a:latin typeface="Calibri"/>
              </a:rPr>
              <a:t>SciGrade เชื่อมโยงงานรายงานผลสอบทั้งสายงาน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DF6F0"/>
                </a:solidFill>
                <a:latin typeface="Calibri"/>
              </a:rPr>
              <a:t>อาจารย์ → สาขา → คณะ อย่างเป็นขั้นตอน ตรวจสอบได้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DF6F0"/>
                </a:solidFill>
                <a:latin typeface="Calibri"/>
              </a:rPr>
              <a:t>และใช้ข้อมูล REG เป็นฐานในการติดตาม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คณะวิทยาศาสตร์  •  SciGrade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